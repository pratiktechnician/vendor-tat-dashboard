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SURVEY TAT DASHBOARD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Technical Implementation &amp; Live Integration Documentation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7432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Dataset: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1,231 Site Survey Records (100% Complete)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Covered: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PNS Telecom, Saesha Power, RIPL, Malfonic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&amp; Supabase Cloud Realtime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Executive Summary &amp; Key Milestones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Overview of project goals, data volume, and system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1,231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Total Site Surveys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100% Extracted from XML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4688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4 Vendors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Multi-Vendor Coverage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PNS, Saesha, RIPL, Malfonic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4688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Real-Time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Supabase WebSockets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Instant Live Data Updates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645920"/>
            <a:ext cx="24688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Live Site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5256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GitHub Pages Hosted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Auto-deployed via gh-pages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Problem Solved: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dashboards truncated data to 1,230 or fewer records due to header limit filters. The new extraction engine parses 100% of all data rows across all sheets, syncs to Supabase, and provides live real-time updates for field teams.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Feature: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an interactive FE/Team level tracker allowing managers to check who is updating sheets daily vs who is delayed.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Step 1: 100% Raw Spreadsheet XML Data Extraction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Auditing raw uncompressed OpenXML sheet files across all vendor workbooks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Saesha Power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extracted_xlsx/xl/worksheets/sheet3.xml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716 Sites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🟢 Complete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PNS Telecom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extracted_new_xlsx/xl/worksheets/sheet1.xml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279 Sites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🟢 Complete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Malfonic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657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extracted_v4/xl/worksheets/sheet1.xml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135 Sites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🟢 Complete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389120"/>
            <a:ext cx="10515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RIPL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4572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extracted_v3/xl/worksheets/sheet1.xml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101 Sites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4572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🟢 Complete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Result: Standardized output saved to data.json &amp; scratch_db.json containing all 1,231 verified records.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Step 2: Supabase Cloud Database Architecture &amp; Batch Sync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Establishing cloud PostgreSQL persistence for real-time query scalability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Supabase Configuration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Project URL: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https://fnvtruvkmaafvsrjfdkp.supabase.co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Table Name: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vendor_surveys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Schema Columns: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site_id, site_name, project, activity, assigned_date, perm_date, completed_date, tat, tcl_tat, status, remarks, state, region, vendor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Batch Upload Engine (sync_supabase.js)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• Batch Chunk Size: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100 records per HTTP POST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• Authentication: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Bearer JWT + anon-key header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• Error Handling: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Automatic retries on Network Timeout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• Ingestion Outcome: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B981"/>
                </a:solidFill>
              </a:rPr>
              <a:t>1,231 / 1,231 records uploaded successfully (100% sync)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Step 3: Real-Time Live Updates Engine (WebSockets)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Enabling instant, reload-free dashboard updates when vendors edit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9377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⚡ 1. Supabase JS SDK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Integrated @supabase/supabase-js v2 via CDN into index.html head section.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645920"/>
            <a:ext cx="49377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📡 2. Postgres Realtime Listener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377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Subscribed to channel("public:vendor_surveys") on postgres_changes event (*).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49377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🔄 3. Auto Re-Aggregation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Recalculates KPIs, SLA compliance, TAT averages, state splits, and charts automatically.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749040"/>
            <a:ext cx="49377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023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🟢 4. Visual Live Status Badge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4805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Added a animated glowing green dot indicator next to vendor selector dropdown.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Step 4: Sheet Update Compliance Tracker (Who is Updating)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Giving management full visibility into active vs delayed field teams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Compliance Tracker Components: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9601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• Quick Navigation Button: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"🔍 Check Who Is Updating Sheet" button added to main header for 1-click smooth scrolling.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• 42 Team &amp; FE Roster: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Parsed from Sheet 2/5 of raw workbooks to track Field Engineers (PNS, Saesha, Malfonic, RIPL).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• Interactive Filters: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Switch between All Teams (42), 🟢 Updating Daily (30 Teams), and 🔴 Delayed / Not Updating (12 Teams).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• Status Highlights: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0B981"/>
                </a:solidFill>
              </a:rPr>
              <a:t>Identified PNS Telecom, Saesha Power &amp; Malfonic as Active Daily Updaters, and RIPL as Needing Escalation.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Step 5: Lower Section Null-Safety &amp; Work Order (WO)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Eliminating table filter exceptions and restoring Work Order analytics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Null-Safety Fix in filterTable()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Issue Identified: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Direct .toLowerCase() calls on missing site fields threw uncaught TypeErrors, freezing table rendering.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Solution Implemented: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0B981"/>
                </a:solidFill>
              </a:rPr>
              <a:t>Wrapped all text filter lookups in string conversion with null fallback: (r.siteId || "").toString().toLowerCase().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Work Order (WO) Status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Function Engine: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Added complete renderWoDashboard() and getWoPendingStatus() helpers to index.html.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Interactivity Restored: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0B981"/>
                </a:solidFill>
              </a:rPr>
              <a:t>Wired search inputs, vendor filters, status filters, ageing filters (&gt;15d critical), and Reset button.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Step 6: GitHub Pages Automated Deployment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Deploying static site build directly to GitHub Pages without Vercel team permission blocks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Deployment Steps Followed: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9601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1. Repository Setup: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Pushed code to github.com/pratiktechnician/vendor-tat-dashboard.git.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2. Branch Synchronization: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Maintained strict sync between main and gh-pages branches via fast-forward merges.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3. GitHub Pages Build: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Configured GitHub Pages settings to deploy from gh-pages root directory.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4. Live Verification: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0B981"/>
                </a:solidFill>
              </a:rPr>
              <a:t>Verified live response HTTP 200 at https://pratiktechnician.github.io/vendor-tat-dashboard/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Summary &amp; Operational URLs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Final deployment status and system resources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Deployment Resources &amp; Access Links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9601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🌐 Live Dashboard URL: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https://pratiktechnician.github.io/vendor-tat-dashboard/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📦 GitHub Repository: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https://github.com/pratiktechnician/vendor-tat-dashboard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⚡ Supabase Cloud Endpoint: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https://fnvtruvkmaafvsrjfdkp.supabase.co (vendor_surveys table)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Vendor Operations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Survey TAT Dashboard - Technical Documentation</dc:title>
  <dc:subject>PptxGenJS Presentation</dc:subject>
  <dc:creator>Antigravity AI Assistant</dc:creator>
  <cp:lastModifiedBy>Antigravity AI Assistant</cp:lastModifiedBy>
  <cp:revision>1</cp:revision>
  <dcterms:created xsi:type="dcterms:W3CDTF">2026-09-14T10:52:57Z</dcterms:created>
  <dcterms:modified xsi:type="dcterms:W3CDTF">2026-09-14T10:52:57Z</dcterms:modified>
</cp:coreProperties>
</file>